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8" autoAdjust="0"/>
    <p:restoredTop sz="94660"/>
  </p:normalViewPr>
  <p:slideViewPr>
    <p:cSldViewPr snapToGrid="0">
      <p:cViewPr>
        <p:scale>
          <a:sx n="100" d="100"/>
          <a:sy n="100" d="100"/>
        </p:scale>
        <p:origin x="96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dirty="0"/>
              <a:t>11/30/2015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11/30/2015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11/30/2015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11/30/2015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11/30/2015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11/30/2015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11/30/2015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11/30/2015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11/30/2015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11/30/2015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11/30/2015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11/30/2015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11/30/2015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11/30/2015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11/30/2015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11/30/2015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11/30/2015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11/30/2015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NULL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NULL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9089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driver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位於</a:t>
            </a:r>
            <a:r>
              <a:rPr lang="en-US" altLang="zh-TW" dirty="0" smtClean="0"/>
              <a:t>library</a:t>
            </a:r>
            <a:r>
              <a:rPr lang="zh-TW" altLang="en-US" dirty="0" smtClean="0"/>
              <a:t>資料夾下。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Driver</a:t>
            </a:r>
            <a:r>
              <a:rPr lang="zh-TW" altLang="en-US" dirty="0" smtClean="0"/>
              <a:t>是</a:t>
            </a:r>
            <a:r>
              <a:rPr lang="en-US" altLang="zh-TW" dirty="0" smtClean="0"/>
              <a:t>CI</a:t>
            </a:r>
            <a:r>
              <a:rPr lang="zh-TW" altLang="en-US" dirty="0" smtClean="0"/>
              <a:t>的一種</a:t>
            </a:r>
            <a:r>
              <a:rPr lang="zh-TW" altLang="en-US" dirty="0" smtClean="0">
                <a:solidFill>
                  <a:srgbClr val="FF0000"/>
                </a:solidFill>
              </a:rPr>
              <a:t>特殊</a:t>
            </a:r>
            <a:r>
              <a:rPr lang="zh-TW" altLang="en-US" dirty="0" smtClean="0"/>
              <a:t>程式庫，他包含了一個父類及多個子類。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子類會用到一些父類的功能，但他們並</a:t>
            </a:r>
            <a:r>
              <a:rPr lang="zh-TW" altLang="en-US" dirty="0" smtClean="0">
                <a:solidFill>
                  <a:srgbClr val="FF0000"/>
                </a:solidFill>
              </a:rPr>
              <a:t>沒有繼承</a:t>
            </a:r>
            <a:r>
              <a:rPr lang="zh-TW" altLang="en-US" dirty="0" smtClean="0"/>
              <a:t>的關係。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Driver</a:t>
            </a:r>
            <a:r>
              <a:rPr lang="zh-TW" altLang="en-US" dirty="0" smtClean="0"/>
              <a:t>存在的目的，是讓使用者可以寫的更漂亮。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EDF6-9B98-42DC-9530-3B0F16728700}" type="datetime1">
              <a:rPr lang="zh-TW" altLang="en-US" smtClean="0"/>
              <a:pPr/>
              <a:t>2015/11/30</a:t>
            </a:fld>
            <a:endParaRPr 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246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sz="2200" dirty="0" smtClean="0"/>
              <a:t>如何建立</a:t>
            </a:r>
            <a:r>
              <a:rPr lang="en-US" altLang="zh-TW" dirty="0" smtClean="0"/>
              <a:t>driver</a:t>
            </a:r>
            <a:r>
              <a:rPr lang="en-US" altLang="zh-TW" sz="2200" dirty="0" smtClean="0"/>
              <a:t>?</a:t>
            </a:r>
            <a:endParaRPr lang="zh-TW" altLang="en-US" sz="2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在</a:t>
            </a:r>
            <a:r>
              <a:rPr lang="en-US" altLang="zh-TW" dirty="0" smtClean="0"/>
              <a:t>library</a:t>
            </a:r>
            <a:r>
              <a:rPr lang="zh-TW" altLang="en-US" dirty="0" smtClean="0"/>
              <a:t>下</a:t>
            </a:r>
            <a:r>
              <a:rPr lang="en-US" altLang="zh-TW" dirty="0" smtClean="0">
                <a:solidFill>
                  <a:srgbClr val="FFC000"/>
                </a:solidFill>
              </a:rPr>
              <a:t>(</a:t>
            </a:r>
            <a:r>
              <a:rPr lang="zh-TW" altLang="en-US" dirty="0" smtClean="0">
                <a:solidFill>
                  <a:srgbClr val="FFC000"/>
                </a:solidFill>
              </a:rPr>
              <a:t>以下為必要前置作業</a:t>
            </a:r>
            <a:r>
              <a:rPr lang="en-US" altLang="zh-TW" dirty="0" smtClean="0">
                <a:solidFill>
                  <a:srgbClr val="FFC000"/>
                </a:solidFill>
              </a:rPr>
              <a:t>)</a:t>
            </a:r>
          </a:p>
          <a:p>
            <a:endParaRPr lang="en-US" altLang="zh-TW" dirty="0" smtClean="0">
              <a:solidFill>
                <a:srgbClr val="FFC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建立你的</a:t>
            </a:r>
            <a:r>
              <a:rPr lang="en-US" altLang="zh-TW" dirty="0" smtClean="0"/>
              <a:t>driver</a:t>
            </a:r>
            <a:r>
              <a:rPr lang="zh-TW" altLang="en-US" dirty="0" smtClean="0"/>
              <a:t>資料夾，他將成為呼叫的</a:t>
            </a:r>
            <a:r>
              <a:rPr lang="en-US" altLang="zh-TW" dirty="0" smtClean="0">
                <a:solidFill>
                  <a:srgbClr val="00B0F0"/>
                </a:solidFill>
              </a:rPr>
              <a:t>driver_name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在資料夾下，建立</a:t>
            </a:r>
            <a:r>
              <a:rPr lang="en-US" altLang="zh-TW" dirty="0" smtClean="0">
                <a:solidFill>
                  <a:srgbClr val="00B0F0"/>
                </a:solidFill>
              </a:rPr>
              <a:t>driver_name</a:t>
            </a:r>
            <a:r>
              <a:rPr lang="en-US" altLang="zh-TW" dirty="0" smtClean="0"/>
              <a:t>.php</a:t>
            </a:r>
            <a:r>
              <a:rPr lang="zh-TW" altLang="en-US" dirty="0" smtClean="0"/>
              <a:t>以及</a:t>
            </a:r>
            <a:r>
              <a:rPr lang="en-US" altLang="zh-TW" dirty="0" smtClean="0">
                <a:solidFill>
                  <a:srgbClr val="FFC000"/>
                </a:solidFill>
              </a:rPr>
              <a:t>drivers</a:t>
            </a:r>
            <a:r>
              <a:rPr lang="zh-TW" altLang="en-US" dirty="0" smtClean="0"/>
              <a:t>資料夾。</a:t>
            </a:r>
            <a:r>
              <a:rPr lang="en-US" altLang="zh-TW" sz="2200" dirty="0" smtClean="0">
                <a:solidFill>
                  <a:srgbClr val="FFC000"/>
                </a:solidFill>
              </a:rPr>
              <a:t>(</a:t>
            </a:r>
            <a:r>
              <a:rPr lang="zh-TW" altLang="en-US" sz="2200" dirty="0" smtClean="0">
                <a:solidFill>
                  <a:srgbClr val="FFC000"/>
                </a:solidFill>
              </a:rPr>
              <a:t>不可改</a:t>
            </a:r>
            <a:r>
              <a:rPr lang="en-US" altLang="zh-TW" sz="2200" dirty="0" smtClean="0">
                <a:solidFill>
                  <a:srgbClr val="FFC000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endParaRPr lang="en-US" altLang="zh-TW" sz="2200" dirty="0" smtClean="0">
              <a:solidFill>
                <a:srgbClr val="FFC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>
                <a:solidFill>
                  <a:schemeClr val="tx1"/>
                </a:solidFill>
              </a:rPr>
              <a:t>在</a:t>
            </a:r>
            <a:r>
              <a:rPr lang="en-US" altLang="zh-TW" dirty="0" smtClean="0">
                <a:solidFill>
                  <a:srgbClr val="FFC000"/>
                </a:solidFill>
              </a:rPr>
              <a:t>drivers</a:t>
            </a:r>
            <a:r>
              <a:rPr lang="zh-TW" altLang="en-US" dirty="0" smtClean="0">
                <a:solidFill>
                  <a:schemeClr val="tx1"/>
                </a:solidFill>
              </a:rPr>
              <a:t>資料夾下，建立</a:t>
            </a:r>
            <a:r>
              <a:rPr lang="en-US" altLang="zh-TW" dirty="0" smtClean="0">
                <a:solidFill>
                  <a:srgbClr val="00B0F0"/>
                </a:solidFill>
              </a:rPr>
              <a:t>driver_name</a:t>
            </a:r>
            <a:r>
              <a:rPr lang="en-US" altLang="zh-TW" dirty="0" smtClean="0">
                <a:solidFill>
                  <a:schemeClr val="tx1"/>
                </a:solidFill>
              </a:rPr>
              <a:t>_</a:t>
            </a:r>
            <a:r>
              <a:rPr lang="en-US" altLang="zh-TW" dirty="0" smtClean="0">
                <a:solidFill>
                  <a:srgbClr val="00B0F0"/>
                </a:solidFill>
              </a:rPr>
              <a:t>function_name</a:t>
            </a:r>
            <a:r>
              <a:rPr lang="en-US" altLang="zh-TW" dirty="0" smtClean="0">
                <a:solidFill>
                  <a:schemeClr val="tx1"/>
                </a:solidFill>
              </a:rPr>
              <a:t>.php</a:t>
            </a:r>
            <a:endParaRPr lang="en-US" altLang="zh-TW" dirty="0">
              <a:solidFill>
                <a:srgbClr val="00B0F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EDF6-9B98-42DC-9530-3B0F16728700}" type="datetime1">
              <a:rPr lang="zh-TW" altLang="en-US" smtClean="0"/>
              <a:pPr/>
              <a:t>2015/11/30</a:t>
            </a:fld>
            <a:endParaRPr 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69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driver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從這裡開始，為方便整理，</a:t>
            </a:r>
            <a:r>
              <a:rPr lang="en-US" altLang="zh-TW" dirty="0" smtClean="0">
                <a:solidFill>
                  <a:srgbClr val="00B0F0"/>
                </a:solidFill>
              </a:rPr>
              <a:t>driver_name</a:t>
            </a:r>
            <a:r>
              <a:rPr lang="zh-TW" altLang="en-US" dirty="0" smtClean="0"/>
              <a:t>就定作</a:t>
            </a:r>
            <a:r>
              <a:rPr lang="en-US" altLang="zh-TW" dirty="0" smtClean="0">
                <a:solidFill>
                  <a:srgbClr val="00B0F0"/>
                </a:solidFill>
              </a:rPr>
              <a:t>Ex</a:t>
            </a:r>
            <a:r>
              <a:rPr lang="zh-TW" altLang="en-US" dirty="0" smtClean="0"/>
              <a:t>好了。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Ex.php</a:t>
            </a:r>
            <a:r>
              <a:rPr lang="zh-TW" altLang="en-US" dirty="0" smtClean="0"/>
              <a:t>的程式碼，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EDF6-9B98-42DC-9530-3B0F16728700}" type="datetime1">
              <a:rPr lang="zh-TW" altLang="en-US" smtClean="0"/>
              <a:pPr/>
              <a:t>2015/11/30</a:t>
            </a:fld>
            <a:endParaRPr 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326" y="2730661"/>
            <a:ext cx="7452360" cy="375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70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driver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Driver</a:t>
            </a:r>
            <a:r>
              <a:rPr lang="zh-TW" altLang="en-US" dirty="0" smtClean="0"/>
              <a:t>用的</a:t>
            </a:r>
            <a:r>
              <a:rPr lang="en-US" altLang="zh-TW" dirty="0" smtClean="0"/>
              <a:t>php</a:t>
            </a:r>
            <a:r>
              <a:rPr lang="zh-TW" altLang="en-US" dirty="0" smtClean="0"/>
              <a:t>使用的是</a:t>
            </a:r>
            <a:r>
              <a:rPr lang="en-US" altLang="zh-TW" dirty="0" smtClean="0">
                <a:solidFill>
                  <a:srgbClr val="FFC000"/>
                </a:solidFill>
              </a:rPr>
              <a:t>CI_Driver_Library</a:t>
            </a:r>
            <a:r>
              <a:rPr lang="zh-TW" altLang="en-US" dirty="0" smtClean="0">
                <a:solidFill>
                  <a:schemeClr val="tx1"/>
                </a:solidFill>
              </a:rPr>
              <a:t>。</a:t>
            </a:r>
            <a:endParaRPr lang="en-US" altLang="zh-TW" dirty="0" smtClean="0">
              <a:solidFill>
                <a:schemeClr val="tx1"/>
              </a:solidFill>
            </a:endParaRPr>
          </a:p>
          <a:p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en-US" dirty="0" smtClean="0">
                <a:solidFill>
                  <a:schemeClr val="tx1"/>
                </a:solidFill>
              </a:rPr>
              <a:t>在</a:t>
            </a:r>
            <a:r>
              <a:rPr lang="en-US" altLang="zh-TW" dirty="0" smtClean="0">
                <a:solidFill>
                  <a:schemeClr val="tx1"/>
                </a:solidFill>
              </a:rPr>
              <a:t>drivers</a:t>
            </a:r>
            <a:r>
              <a:rPr lang="zh-TW" altLang="en-US" dirty="0" smtClean="0">
                <a:solidFill>
                  <a:schemeClr val="tx1"/>
                </a:solidFill>
              </a:rPr>
              <a:t>資料夾裡的是用</a:t>
            </a:r>
            <a:r>
              <a:rPr lang="en-US" altLang="zh-TW" dirty="0" smtClean="0">
                <a:solidFill>
                  <a:srgbClr val="FFC000"/>
                </a:solidFill>
              </a:rPr>
              <a:t>CI_Driver</a:t>
            </a:r>
            <a:r>
              <a:rPr lang="zh-TW" altLang="en-US" dirty="0" smtClean="0">
                <a:solidFill>
                  <a:schemeClr val="tx1"/>
                </a:solidFill>
              </a:rPr>
              <a:t>。</a:t>
            </a:r>
            <a:endParaRPr lang="en-US" altLang="zh-TW" dirty="0" smtClean="0">
              <a:solidFill>
                <a:schemeClr val="tx1"/>
              </a:solidFill>
            </a:endParaRPr>
          </a:p>
          <a:p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en-US" dirty="0" smtClean="0">
                <a:solidFill>
                  <a:schemeClr val="tx1"/>
                </a:solidFill>
              </a:rPr>
              <a:t>下面是，</a:t>
            </a:r>
            <a:r>
              <a:rPr lang="en-US" altLang="zh-TW" dirty="0" smtClean="0">
                <a:solidFill>
                  <a:schemeClr val="tx1"/>
                </a:solidFill>
              </a:rPr>
              <a:t>drivers</a:t>
            </a:r>
            <a:r>
              <a:rPr lang="zh-TW" altLang="en-US" dirty="0" smtClean="0">
                <a:solidFill>
                  <a:schemeClr val="tx1"/>
                </a:solidFill>
              </a:rPr>
              <a:t>資料夾內的檔案。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EDF6-9B98-42DC-9530-3B0F16728700}" type="datetime1">
              <a:rPr lang="zh-TW" altLang="en-US" smtClean="0"/>
              <a:pPr/>
              <a:t>2015/11/30</a:t>
            </a:fld>
            <a:endParaRPr 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055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dirty="0">
                <a:solidFill>
                  <a:srgbClr val="FFC000"/>
                </a:solidFill>
              </a:rPr>
              <a:t>d</a:t>
            </a:r>
            <a:r>
              <a:rPr lang="en-US" altLang="zh-TW" dirty="0" smtClean="0">
                <a:solidFill>
                  <a:srgbClr val="FFC000"/>
                </a:solidFill>
              </a:rPr>
              <a:t>rivers</a:t>
            </a:r>
            <a:r>
              <a:rPr lang="zh-TW" altLang="en-US" sz="2200" dirty="0" smtClean="0"/>
              <a:t>下的檔案</a:t>
            </a:r>
            <a:endParaRPr lang="zh-TW" altLang="en-US" sz="2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檔名為 </a:t>
            </a:r>
            <a:r>
              <a:rPr lang="en-US" altLang="zh-TW" dirty="0" smtClean="0"/>
              <a:t>: </a:t>
            </a:r>
            <a:r>
              <a:rPr lang="en-US" altLang="zh-TW" dirty="0" smtClean="0">
                <a:solidFill>
                  <a:srgbClr val="FF0000"/>
                </a:solidFill>
              </a:rPr>
              <a:t>Ex_</a:t>
            </a:r>
            <a:r>
              <a:rPr lang="en-US" altLang="zh-TW" dirty="0" smtClean="0">
                <a:solidFill>
                  <a:srgbClr val="00B0F0"/>
                </a:solidFill>
              </a:rPr>
              <a:t>drivers1</a:t>
            </a:r>
            <a:r>
              <a:rPr lang="en-US" altLang="zh-TW" dirty="0" smtClean="0"/>
              <a:t>.php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4EDF6-9B98-42DC-9530-3B0F16728700}" type="datetime1">
              <a:rPr lang="zh-TW" altLang="en-US" smtClean="0"/>
              <a:pPr/>
              <a:t>2015/11/30</a:t>
            </a:fld>
            <a:endParaRPr 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755" y="2444527"/>
            <a:ext cx="6939309" cy="349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063265"/>
      </p:ext>
    </p:extLst>
  </p:cSld>
  <p:clrMapOvr>
    <a:masterClrMapping/>
  </p:clrMapOvr>
</p:sld>
</file>

<file path=ppt/theme/theme1.xml><?xml version="1.0" encoding="utf-8"?>
<a:theme xmlns:a="http://schemas.openxmlformats.org/drawingml/2006/main" name="深度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TM04033923[[fn=深度]]</Template>
  <TotalTime>1</TotalTime>
  <Words>174</Words>
  <Application>Microsoft Office PowerPoint</Application>
  <PresentationFormat>寬螢幕</PresentationFormat>
  <Paragraphs>41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新細明體</vt:lpstr>
      <vt:lpstr>Arial</vt:lpstr>
      <vt:lpstr>Corbel</vt:lpstr>
      <vt:lpstr>深度</vt:lpstr>
      <vt:lpstr>NULL</vt:lpstr>
      <vt:lpstr>driver</vt:lpstr>
      <vt:lpstr>如何建立driver?</vt:lpstr>
      <vt:lpstr>driver</vt:lpstr>
      <vt:lpstr>driver</vt:lpstr>
      <vt:lpstr>drivers下的檔案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2</cp:revision>
  <dcterms:created xsi:type="dcterms:W3CDTF">2015-11-30T06:53:37Z</dcterms:created>
  <dcterms:modified xsi:type="dcterms:W3CDTF">2015-11-30T06:54:38Z</dcterms:modified>
</cp:coreProperties>
</file>